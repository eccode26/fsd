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57C1-76A3-50D0-1389-A418E768C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8D5F1-0978-2971-6158-0CF0D9F51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43EC3-5831-1DC5-AF00-9745CBBB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0298-88E6-EC63-6747-FA7CF56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F387-D27C-C19F-20E5-75F192DA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6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1667-3BA1-9056-D1A2-92DEC8EC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4EE5-5891-AB4B-C8C3-E6D2B582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7763-F683-7FCF-A040-16458636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E6181-D7AC-E7AD-31B6-0BA0BD79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315A4-3AC3-5DA8-7D57-F32CE10F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1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D0E6-CA91-5384-F402-BC78FCA5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039D6-832B-A562-1542-248A5FCA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A5AD-ACFB-D69F-978F-397D1329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D80C8-FBC0-053E-BBB9-99A806F8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F2A93-0793-165A-42E6-5A54E1F0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97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ABBA-9ADD-8231-4530-CCC9E877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5420-8B67-CB29-9557-85CD3E340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1B670-7B74-66F9-032D-07EC07770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480DF-3F42-F4A1-3E1B-5DD8825D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D6B5E-B669-21B6-C1EB-A41F9209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31540-B984-46D6-8743-26B06ADB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6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AAFC-3634-6866-B138-47C4C80E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D700B-272C-E4A1-2C61-D8F29ACB4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B602F-F454-2710-69F7-4399CEA5E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952C6-A5E7-795A-1D94-AF0FF80B3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55676-C549-A09A-83BC-1552F87A8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C0430-F9A1-084A-1C06-486E8ED8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E196C-587C-92C3-6098-3BE35341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B7925-0FCD-6AC2-0769-62AF6471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7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075B-6BAF-8A9F-0A1D-C0670C33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22C65-513D-00EC-1816-A00A72E9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AD02D-DCF7-1AAF-4731-6CCF89E0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B7310-7251-5AD4-936F-2B1E80E5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48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3787A-C4CD-0138-6E3E-C4DAC592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83B09-A28C-EBE2-01EF-FA5394F5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F2E42-7E5C-BE9B-7C62-A66E345C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0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4DFB-C24D-4CB5-6354-E06FD2DEB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9FF9-7C75-007D-26F0-0FF4D9CFB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FE99B-B8B4-76D6-474C-BEABEBDC4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3BDE0-45B2-EF75-32F9-B62CAFFD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F2236-A986-01AE-D804-00B48C53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854D7-6DC5-E65B-C574-877F0550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6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CF25B-1A94-D257-86E2-5BA1BF93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92EF0-63FC-F13D-DF1A-6917BC805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0B7E2-C692-99AC-F4D2-2BB5CEDE3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B39F0-906D-0FF3-8225-118E777D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28391-2BBF-12E1-B6A5-8E5B8065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4552-2C82-4C21-B243-8EF15D86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4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6558-4703-F66B-52AB-B9EBE54D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7C3E1-1156-3AF8-99DE-E4A23513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DCA74-51C9-8A1B-D524-4852FC53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0EB94-DCF8-FB51-DBA6-DDAFB13B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B4898-A91A-3AB3-56C4-E9D100A0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4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5C2F0-7472-55FA-C297-525678A15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1B377-735C-D255-A281-5FE1282AD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04AB1-D67A-9582-FECE-89447B5F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D829A-5E71-10B6-9E63-64CB9CF8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624F-024E-734F-BAE6-04A56F08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78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532C8-6910-F226-1ED3-8C8246E8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9B14D-92C3-796D-24DE-0EE5BE178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102C7-20B4-7916-AAB0-3624D3211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A333-ABAE-B191-F5B7-FADD997D2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14338-06B7-4DC1-10E9-A5A8CC426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28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A4AD-1CE1-D469-EEA2-8BAFA1442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CD6F0-33CB-E9BE-DBE5-BBC5FE32E5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err="1"/>
              <a:t>Cookie_session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17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691B-261D-68B0-1CA0-C7D65857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45C6E-AFA1-B445-5767-DA4346457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npm</a:t>
            </a:r>
            <a:r>
              <a:rPr lang="en-IN" dirty="0"/>
              <a:t> </a:t>
            </a:r>
            <a:r>
              <a:rPr lang="en-IN" dirty="0" err="1"/>
              <a:t>init</a:t>
            </a:r>
            <a:r>
              <a:rPr lang="en-IN" dirty="0"/>
              <a:t> -y</a:t>
            </a:r>
          </a:p>
          <a:p>
            <a:r>
              <a:rPr lang="en-IN" dirty="0" err="1"/>
              <a:t>npm</a:t>
            </a:r>
            <a:r>
              <a:rPr lang="en-IN" dirty="0"/>
              <a:t> install express express-session cookie-parser </a:t>
            </a:r>
            <a:r>
              <a:rPr lang="en-IN" dirty="0" err="1"/>
              <a:t>ejs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75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17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Lab 3</vt:lpstr>
      <vt:lpstr>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sambasivarao kurakula</dc:creator>
  <cp:lastModifiedBy>sambasivarao kurakula</cp:lastModifiedBy>
  <cp:revision>5</cp:revision>
  <dcterms:created xsi:type="dcterms:W3CDTF">2026-07-27T11:52:57Z</dcterms:created>
  <dcterms:modified xsi:type="dcterms:W3CDTF">2026-07-31T15:56:42Z</dcterms:modified>
</cp:coreProperties>
</file>