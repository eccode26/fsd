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A6F4-6397-1143-07FB-FCC6672D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90089-2461-CA9B-F8B3-38B5799A7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83A93-2418-DC43-4001-6DDD222A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DC8A9-72E4-1190-4B1E-35898AAF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E8500-39BC-BD4C-580F-7CE4DCEA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49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8F33-7CAA-9B86-5517-BB97F804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2901-C3C9-FB7B-56EE-4B71F5853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DF380-0E94-4D6A-0193-81097D80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17C5-B3AD-BE53-C73F-1648B6CE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68561-85BF-ED35-2BB3-2416E92C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33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152F-63D8-7299-3DB4-279D0EDE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DFD35-5351-9179-AD62-6FE8C5F01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C5104-44D2-4F89-E993-C6F97A59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47701-265A-F9DE-601A-D53753351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FAD48-1557-A296-0700-D685F61D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88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7820-9AF0-E0BC-8FED-F7BDCDA9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6FB12-C95B-9FEB-CD82-C48CAFE66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472EC-13B6-B830-B1E9-EA63660FB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C4A28-28D5-998F-9E66-2B651863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7E80A-CDAA-33B6-0D8C-12C72AE6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265F8-38E5-1FAD-EB3E-8481EB3F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36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D0A2-E1CE-C243-8BF0-C974C33C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1343B-5DD4-0BA2-D0E7-30FFE1763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99968-22AB-5293-D196-CFF36DA2D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54E3B-AD48-3ACA-5851-27F93B7DF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5B8B5-278E-EC22-51D4-01EF8A839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0D5FE-2C13-36B8-D825-B0A9B551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70EB0-4FFE-2085-284B-3CD3E8A4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6C37C-2445-7365-A5A3-E0D54F51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90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C3B5-1D5C-A02F-F8D6-A6C39342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F65550-36B3-376C-84B5-A6700447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A1C1E-B33F-02CF-A495-0B03AD22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5545D-C1E8-9977-24BF-EAE50E60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91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4F8719-2516-9619-F7C6-C043B77F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C2474-FE7F-A73C-EA5C-C559CF9C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A0471-9B8D-3C8F-578A-FFFFEE1E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88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ABD3-C48B-9BED-ED10-C198ADF8F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C19EB-4909-772E-D1E9-13E90DD3D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452BE-CF58-11D0-62D7-433D45F2C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F7B65-B397-E975-985C-F434E7C8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12452-442E-CE2E-A5E6-B0F29A91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40181-BA44-3820-07C5-6F99CEE52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1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CA00-1859-EC2F-E099-B02670B0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7F688-96CB-3EF1-2413-594B6833C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C2DA7-A7AA-7E65-0FCE-362DA6284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3398D-22CE-57E7-85FB-8A9BB91D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A3A9B-E295-70A0-154E-662F4A68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CC5C7-D0F6-28D1-8BE3-9162A804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91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BF90-6F28-6CEA-BA8E-29A90140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5141E-DBF5-551F-5276-5C3F3E4F3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41FC-A3D1-0907-80A5-A0ED4D99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DD173-7E06-0CB9-5FC6-73832C13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F7068-2C6D-A092-9EF5-63F70B98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41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B7B4E-41F7-82EC-8BBB-91147E357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3789F-CA48-0992-848F-5FB11D9E3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7DDDA-7626-20CB-9B4F-69D5102F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32340-B5F5-E85E-3FAA-0B9CC7FF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A82B7-A454-7F6D-683D-2D8A219C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3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65432-6BA2-9037-4587-9BEE986C4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7C3FF-3E46-3BFC-DD07-28FED3A17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20EC-C516-7308-A6F7-77C2B4449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99CBD-7B76-4620-9789-EBFD3C0EF09B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E33E8-32C9-6DD1-2641-8DE308890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ABBF7-9E5C-C761-AF34-C9FD7333F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343A8-034F-43B2-9C31-149392921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37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cCode26/FS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man.com/download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3196-6A07-104B-2D3F-7541C5DAC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FSD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EF9EF-695B-70D6-1624-4E1A6AEE2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18</a:t>
            </a:r>
            <a:r>
              <a:rPr lang="en-IN" baseline="30000" dirty="0"/>
              <a:t>th</a:t>
            </a:r>
            <a:r>
              <a:rPr lang="en-IN" dirty="0"/>
              <a:t> July 2026</a:t>
            </a:r>
          </a:p>
          <a:p>
            <a:r>
              <a:rPr lang="en-IN" dirty="0">
                <a:hlinkClick r:id="rId2"/>
              </a:rPr>
              <a:t>https://github.com/EcCode26/FSD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628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38F3-5BC9-E567-4E2B-444EBF68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DE546-1C5F-4218-FD21-08B4DCC36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Install Node.js</a:t>
            </a:r>
          </a:p>
          <a:p>
            <a:pPr marL="0" indent="0">
              <a:buNone/>
            </a:pPr>
            <a:r>
              <a:rPr lang="en-US" dirty="0"/>
              <a:t>	visit </a:t>
            </a:r>
            <a:r>
              <a:rPr lang="en-US" dirty="0">
                <a:hlinkClick r:id="rId2"/>
              </a:rPr>
              <a:t>https://nodejs.org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Download the LTS (Long-Term Support) version.</a:t>
            </a:r>
          </a:p>
          <a:p>
            <a:r>
              <a:rPr lang="en-US" dirty="0"/>
              <a:t>Step 2: Verify Node.js Installation</a:t>
            </a:r>
          </a:p>
          <a:p>
            <a:pPr marL="0" indent="0">
              <a:buNone/>
            </a:pPr>
            <a:r>
              <a:rPr lang="en-US" dirty="0"/>
              <a:t>	node -v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npm</a:t>
            </a:r>
            <a:r>
              <a:rPr lang="en-US" dirty="0"/>
              <a:t> -v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922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4D59-26F2-3287-3D53-AE3052957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Visual Studio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4327-E6A9-8C33-D2AA-E0EC1C0B8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Download </a:t>
            </a:r>
            <a:r>
              <a:rPr lang="en-US" dirty="0">
                <a:hlinkClick r:id="rId2"/>
              </a:rPr>
              <a:t>https://code.visualstudio.com/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964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2CCC-4450-9DF2-C882-08306FEF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Postman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2B61-F075-95C4-CAED-DD2B54D4C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Download from: </a:t>
            </a:r>
            <a:r>
              <a:rPr lang="en-US" dirty="0">
                <a:hlinkClick r:id="rId2"/>
              </a:rPr>
              <a:t>https://www.postman.com/downloads/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81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1B6F-68F3-1E67-594C-24EFCBE9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Git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B0A4A-1662-36BD-FA43-15FB0D41C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from: </a:t>
            </a:r>
            <a:r>
              <a:rPr lang="en-US" dirty="0">
                <a:hlinkClick r:id="rId2"/>
              </a:rPr>
              <a:t>https://git-scm.com/downloads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26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DF9A-F40F-C02C-F17F-59CF54EA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BF28C-EDA4-9A20-8659-4E95E277B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Project Folder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Open the Folder in VS Code (Try using git repo, if possible)</a:t>
            </a:r>
          </a:p>
          <a:p>
            <a:endParaRPr lang="en-US" dirty="0"/>
          </a:p>
          <a:p>
            <a:r>
              <a:rPr lang="en-IN" dirty="0"/>
              <a:t>Initialize a Node Project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npm</a:t>
            </a:r>
            <a:r>
              <a:rPr lang="en-IN" dirty="0"/>
              <a:t> </a:t>
            </a:r>
            <a:r>
              <a:rPr lang="en-IN" dirty="0" err="1"/>
              <a:t>init</a:t>
            </a:r>
            <a:r>
              <a:rPr lang="en-IN" dirty="0"/>
              <a:t> -y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npm</a:t>
            </a:r>
            <a:r>
              <a:rPr lang="en-IN" dirty="0"/>
              <a:t> install express </a:t>
            </a:r>
            <a:r>
              <a:rPr lang="en-IN" dirty="0" err="1"/>
              <a:t>ejs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03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A5A9-2D5F-2442-69A5-714A5B44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Setup server, create a file app.js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E9C7-EA60-DA59-44F7-6EDF1100A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app.use</a:t>
            </a:r>
            <a:r>
              <a:rPr lang="en-IN" dirty="0"/>
              <a:t>(</a:t>
            </a:r>
            <a:r>
              <a:rPr lang="en-IN" dirty="0" err="1"/>
              <a:t>express.json</a:t>
            </a:r>
            <a:r>
              <a:rPr lang="en-IN" dirty="0"/>
              <a:t>());   // To read JSON data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PORT = 3000;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app.listen</a:t>
            </a:r>
            <a:r>
              <a:rPr lang="en-IN" dirty="0"/>
              <a:t>(PORT, () =&gt; {</a:t>
            </a:r>
          </a:p>
          <a:p>
            <a:pPr marL="0" indent="0">
              <a:buNone/>
            </a:pPr>
            <a:r>
              <a:rPr lang="en-IN" dirty="0"/>
              <a:t>    console.log(`Server running on http://localhost:${PORT}`);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97874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DC6C-CE8F-032A-75C7-D7C21CD81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Define a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274AC-AA41-5077-CC6D-01E6E4EDA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app.get</a:t>
            </a:r>
            <a:r>
              <a:rPr lang="en-IN" dirty="0"/>
              <a:t>("/",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("Welcome to Express JS");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app.listen</a:t>
            </a:r>
            <a:r>
              <a:rPr lang="en-IN" dirty="0"/>
              <a:t>(3000, () =&gt; {</a:t>
            </a:r>
          </a:p>
          <a:p>
            <a:pPr marL="0" indent="0">
              <a:buNone/>
            </a:pPr>
            <a:r>
              <a:rPr lang="en-IN" dirty="0"/>
              <a:t>    console.log("Server Started");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68061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2BFF-0B49-6E6B-4A61-C609249E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Routes (Handling Routes)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CCA02-9BD0-55D0-40A0-4B27B4EA2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098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("Home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app.get("/student",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("Student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app.get("/teacher",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("Teacher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3557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AE4A-23A8-E7C9-27C7-B793E375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24392-D562-7110-B300-AF22ECD3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app.get("/student/:id",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id = req.params.id;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res.send</a:t>
            </a:r>
            <a:r>
              <a:rPr lang="en-IN" dirty="0"/>
              <a:t>("Student ID = " + id);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3949011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C9C6-63DF-CE8A-5FDE-DBAF4D3D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71599-4EFA-CA25-35E4-0DD9FA165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app.get("/search",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name = req.query.name;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city = </a:t>
            </a:r>
            <a:r>
              <a:rPr lang="en-IN" dirty="0" err="1"/>
              <a:t>req.query.book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res.send(`Name : ${name}, Book : ${city}`);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896980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4ED5-2B25-0302-9932-DCF44D35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DA789-CC89-FC5E-FD45-3A260C842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app.get("/student/:id/search", (</a:t>
            </a:r>
            <a:r>
              <a:rPr lang="en-IN" dirty="0" err="1"/>
              <a:t>req</a:t>
            </a:r>
            <a:r>
              <a:rPr lang="en-IN" dirty="0"/>
              <a:t>, res)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id = req.params.id;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bookname</a:t>
            </a:r>
            <a:r>
              <a:rPr lang="en-IN" dirty="0"/>
              <a:t> = </a:t>
            </a:r>
            <a:r>
              <a:rPr lang="en-IN" dirty="0" err="1"/>
              <a:t>req.query.bookname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res.send("Student ID = " + id + ", Searching for the Book   = " + </a:t>
            </a:r>
            <a:r>
              <a:rPr lang="en-IN" dirty="0" err="1"/>
              <a:t>bookname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149003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77B85-E317-945E-168D-D4CFADBF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GET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3F0AD-29D5-E484-0341-C6B0F3163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let students = [</a:t>
            </a:r>
          </a:p>
          <a:p>
            <a:pPr marL="0" indent="0">
              <a:buNone/>
            </a:pPr>
            <a:r>
              <a:rPr lang="en-IN" dirty="0"/>
              <a:t>    {id:1,name:"Ravi"},</a:t>
            </a:r>
          </a:p>
          <a:p>
            <a:pPr marL="0" indent="0">
              <a:buNone/>
            </a:pPr>
            <a:r>
              <a:rPr lang="en-IN" dirty="0"/>
              <a:t>    {id:2,name:"Kiran"}</a:t>
            </a:r>
          </a:p>
          <a:p>
            <a:pPr marL="0" indent="0">
              <a:buNone/>
            </a:pPr>
            <a:r>
              <a:rPr lang="en-IN" dirty="0"/>
              <a:t>];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app.get("/students",(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res.json</a:t>
            </a:r>
            <a:r>
              <a:rPr lang="en-IN" dirty="0"/>
              <a:t>(students);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509308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9C6E-BD3D-C606-01F4-28F414FC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POST Method (Accept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6DFFD-9241-B335-A9BC-34EB5B8B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app.use</a:t>
            </a:r>
            <a:r>
              <a:rPr lang="en-IN" dirty="0"/>
              <a:t>(</a:t>
            </a:r>
            <a:r>
              <a:rPr lang="en-IN" dirty="0" err="1"/>
              <a:t>express.json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let students=[];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app.post</a:t>
            </a:r>
            <a:r>
              <a:rPr lang="en-IN" dirty="0"/>
              <a:t>("/students",(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students.push</a:t>
            </a:r>
            <a:r>
              <a:rPr lang="en-IN" dirty="0"/>
              <a:t>(</a:t>
            </a:r>
            <a:r>
              <a:rPr lang="en-IN" dirty="0" err="1"/>
              <a:t>req.body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res.json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message:"Student</a:t>
            </a:r>
            <a:r>
              <a:rPr lang="en-IN" dirty="0"/>
              <a:t> Added",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data:students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786799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1600-46DB-F10F-1206-2AC3CE0E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Hit the API from </a:t>
            </a:r>
            <a:r>
              <a:rPr lang="en-IN" dirty="0" err="1"/>
              <a:t>psotman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16F31-D3B3-64BB-E063-1F89F655D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POST:http</a:t>
            </a:r>
            <a:r>
              <a:rPr lang="en-IN" dirty="0"/>
              <a:t>://localhost:3000/students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Body</a:t>
            </a:r>
          </a:p>
          <a:p>
            <a:pPr marL="0" indent="0">
              <a:buNone/>
            </a:pPr>
            <a:r>
              <a:rPr lang="en-IN" dirty="0"/>
              <a:t>{    </a:t>
            </a:r>
          </a:p>
          <a:p>
            <a:pPr marL="0" indent="0">
              <a:buNone/>
            </a:pPr>
            <a:r>
              <a:rPr lang="en-IN" dirty="0"/>
              <a:t>	"id":1,    </a:t>
            </a:r>
          </a:p>
          <a:p>
            <a:pPr marL="0" indent="0">
              <a:buNone/>
            </a:pPr>
            <a:r>
              <a:rPr lang="en-IN" dirty="0"/>
              <a:t>	"</a:t>
            </a:r>
            <a:r>
              <a:rPr lang="en-IN" dirty="0" err="1"/>
              <a:t>name":"Ravi</a:t>
            </a:r>
            <a:r>
              <a:rPr lang="en-IN" dirty="0"/>
              <a:t>“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046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42BE-86F5-2D37-D131-0FF3FCC8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DELETE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E6AA6-D4E9-0472-8E8E-90068CA07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let students = [</a:t>
            </a:r>
          </a:p>
          <a:p>
            <a:pPr marL="0" indent="0">
              <a:buNone/>
            </a:pPr>
            <a:r>
              <a:rPr lang="en-IN" dirty="0"/>
              <a:t>    {id:1,name:"Ravi"},</a:t>
            </a:r>
          </a:p>
          <a:p>
            <a:pPr marL="0" indent="0">
              <a:buNone/>
            </a:pPr>
            <a:r>
              <a:rPr lang="en-IN" dirty="0"/>
              <a:t>    {id:2,name:"Kiran"}</a:t>
            </a:r>
          </a:p>
          <a:p>
            <a:pPr marL="0" indent="0">
              <a:buNone/>
            </a:pPr>
            <a:r>
              <a:rPr lang="en-IN" dirty="0"/>
              <a:t>];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app.delete</a:t>
            </a:r>
            <a:r>
              <a:rPr lang="en-IN" dirty="0"/>
              <a:t>("/students/:id",(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id=</a:t>
            </a:r>
            <a:r>
              <a:rPr lang="en-IN" dirty="0" err="1"/>
              <a:t>parseInt</a:t>
            </a:r>
            <a:r>
              <a:rPr lang="en-IN" dirty="0"/>
              <a:t>(req.params.id);</a:t>
            </a:r>
          </a:p>
          <a:p>
            <a:pPr marL="0" indent="0">
              <a:buNone/>
            </a:pPr>
            <a:r>
              <a:rPr lang="en-IN" dirty="0"/>
              <a:t>    students=</a:t>
            </a:r>
            <a:r>
              <a:rPr lang="en-IN" dirty="0" err="1"/>
              <a:t>students.filter</a:t>
            </a:r>
            <a:r>
              <a:rPr lang="en-IN" dirty="0"/>
              <a:t>(s=&gt;s.id!==id);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res.json</a:t>
            </a:r>
            <a:r>
              <a:rPr lang="en-IN" dirty="0"/>
              <a:t>(students);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776752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2782-2165-49D0-A638-716FF885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0558-9AE3-4727-F189-17BC3430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r>
              <a:rPr lang="en-IN" dirty="0"/>
              <a:t>function logger(</a:t>
            </a:r>
            <a:r>
              <a:rPr lang="en-IN" dirty="0" err="1"/>
              <a:t>req,res,next</a:t>
            </a:r>
            <a:r>
              <a:rPr lang="en-IN" dirty="0"/>
              <a:t>){</a:t>
            </a:r>
          </a:p>
          <a:p>
            <a:pPr marL="0" indent="0">
              <a:buNone/>
            </a:pPr>
            <a:r>
              <a:rPr lang="en-IN" dirty="0"/>
              <a:t>    console.log("Request Received");</a:t>
            </a:r>
          </a:p>
          <a:p>
            <a:pPr marL="0" indent="0">
              <a:buNone/>
            </a:pPr>
            <a:r>
              <a:rPr lang="en-IN" dirty="0"/>
              <a:t>    next();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app.use</a:t>
            </a:r>
            <a:r>
              <a:rPr lang="en-IN" dirty="0"/>
              <a:t>(logger);</a:t>
            </a:r>
          </a:p>
          <a:p>
            <a:pPr marL="0" indent="0">
              <a:buNone/>
            </a:pPr>
            <a:r>
              <a:rPr lang="en-IN" dirty="0"/>
              <a:t>app.get("/",(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res.send("Home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app.get("/student",(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res.send("Student Page");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2322752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E80D-7F7E-5E2E-FC8C-55848253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Middleware with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E2CF3-A695-4144-E962-23F3A3B44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express = require("express");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app = express();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app.use</a:t>
            </a:r>
            <a:r>
              <a:rPr lang="en-IN" dirty="0"/>
              <a:t>((</a:t>
            </a:r>
            <a:r>
              <a:rPr lang="en-IN" dirty="0" err="1"/>
              <a:t>req,res,next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console.log("</a:t>
            </a:r>
            <a:r>
              <a:rPr lang="en-IN" dirty="0" err="1"/>
              <a:t>Time:",new</a:t>
            </a:r>
            <a:r>
              <a:rPr lang="en-IN" dirty="0"/>
              <a:t> Date());</a:t>
            </a:r>
          </a:p>
          <a:p>
            <a:pPr marL="0" indent="0">
              <a:buNone/>
            </a:pPr>
            <a:r>
              <a:rPr lang="en-IN" dirty="0"/>
              <a:t>    next();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app.get("/",(</a:t>
            </a:r>
            <a:r>
              <a:rPr lang="en-IN" dirty="0" err="1"/>
              <a:t>req,res</a:t>
            </a:r>
            <a:r>
              <a:rPr lang="en-IN" dirty="0"/>
              <a:t>)=&gt;{</a:t>
            </a:r>
          </a:p>
          <a:p>
            <a:pPr marL="0" indent="0">
              <a:buNone/>
            </a:pPr>
            <a:r>
              <a:rPr lang="en-IN" dirty="0"/>
              <a:t>    res.send("Hello Express");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/>
              <a:t>app.listen(3000);</a:t>
            </a:r>
          </a:p>
        </p:txBody>
      </p:sp>
    </p:spTree>
    <p:extLst>
      <p:ext uri="{BB962C8B-B14F-4D97-AF65-F5344CB8AC3E}">
        <p14:creationId xmlns:p14="http://schemas.microsoft.com/office/powerpoint/2010/main" val="364310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949</Words>
  <Application>Microsoft Office PowerPoint</Application>
  <PresentationFormat>Widescreen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FSD lab</vt:lpstr>
      <vt:lpstr>Install Node.js</vt:lpstr>
      <vt:lpstr>Install Visual Studio Code</vt:lpstr>
      <vt:lpstr>Install Postman </vt:lpstr>
      <vt:lpstr>Install Git</vt:lpstr>
      <vt:lpstr>PowerPoint Presentation</vt:lpstr>
      <vt:lpstr>Setup server, create a file app.js</vt:lpstr>
      <vt:lpstr>Define a Route</vt:lpstr>
      <vt:lpstr>Multiple Routes (Handling Routes)</vt:lpstr>
      <vt:lpstr>Route Parameters</vt:lpstr>
      <vt:lpstr>Query Parameters</vt:lpstr>
      <vt:lpstr>URL Building</vt:lpstr>
      <vt:lpstr>HTTP GET Method</vt:lpstr>
      <vt:lpstr>HTTP POST Method (Accept Data)</vt:lpstr>
      <vt:lpstr>Hit the API from psotman</vt:lpstr>
      <vt:lpstr>HTTP DELETE Method</vt:lpstr>
      <vt:lpstr>Middleware</vt:lpstr>
      <vt:lpstr>Middleware with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sambasivarao kurakula</dc:creator>
  <cp:lastModifiedBy>sambasivarao kurakula</cp:lastModifiedBy>
  <cp:revision>29</cp:revision>
  <dcterms:created xsi:type="dcterms:W3CDTF">2026-07-18T01:18:12Z</dcterms:created>
  <dcterms:modified xsi:type="dcterms:W3CDTF">2026-07-26T13:09:41Z</dcterms:modified>
</cp:coreProperties>
</file>